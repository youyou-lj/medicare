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ec6c0b87133476f" /><Relationship Type="http://schemas.openxmlformats.org/package/2006/relationships/metadata/core-properties" Target="/docProps/core.xml" Id="Rdce8a7ed5bad4c9a" /><Relationship Type="http://schemas.openxmlformats.org/officeDocument/2006/relationships/extended-properties" Target="/docProps/app.xml" Id="R4894b20df79b4693" /><Relationship Type="http://schemas.openxmlformats.org/officeDocument/2006/relationships/custom-properties" Target="/docProps/custom.xml" Id="Rb5c35184f3ba456c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8248bd19d5654b75"/>
    <p:sldId id="257" r:id="R95be94561ffe4258"/>
    <p:sldId id="258" r:id="R4fabea3de41249d1"/>
    <p:sldId id="259" r:id="R0f9bb4270e98442c"/>
    <p:sldId id="260" r:id="R04f3384b84c148be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8248bd19d5654b75" /><Relationship Type="http://schemas.openxmlformats.org/officeDocument/2006/relationships/slide" Target="/ppt/slides/slide2.xml" Id="R95be94561ffe4258" /><Relationship Type="http://schemas.openxmlformats.org/officeDocument/2006/relationships/slide" Target="/ppt/slides/slide3.xml" Id="R4fabea3de41249d1" /><Relationship Type="http://schemas.openxmlformats.org/officeDocument/2006/relationships/slide" Target="/ppt/slides/slide4.xml" Id="R0f9bb4270e98442c" /><Relationship Type="http://schemas.openxmlformats.org/officeDocument/2006/relationships/slide" Target="/ppt/slides/slide5.xml" Id="Rf342d8e6ab0d49fd" /><Relationship Type="http://schemas.openxmlformats.org/officeDocument/2006/relationships/slide" Target="/ppt/slides/slide6.xml" Id="R04f3384b84c148be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57acaa3a9341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7fc5067e74415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1a25a3f6b24c7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ad3fb53e24446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8ffc3c4af74f17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9640f157476a48d9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xmlns:a="http://schemas.openxmlformats.org/drawingml/2006/main">
          <a:gsLst>
            <a:gs pos="0">
              <a:srgbClr val="1A1A2E"/>
            </a:gs>
            <a:gs pos="100000">
              <a:srgbClr val="007EA7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002" name="TextBox 1"/>
          <p:cNvSpPr/>
          <p:nvPr/>
        </p:nvSpPr>
        <p:spPr>
          <a:xfrm xmlns:a="http://schemas.openxmlformats.org/drawingml/2006/main">
            <a:off x="0" y="6660000"/>
            <a:ext cx="1219212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E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3" name="TextBox 2"/>
          <p:cNvSpPr/>
          <p:nvPr/>
        </p:nvSpPr>
        <p:spPr>
          <a:xfrm xmlns:a="http://schemas.openxmlformats.org/drawingml/2006/main">
            <a:off x="0" y="0"/>
            <a:ext cx="1219212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E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4" name="TextBox 3"/>
          <p:cNvSpPr txBox="1"/>
          <p:nvPr/>
        </p:nvSpPr>
        <p:spPr>
          <a:xfrm xmlns:a="http://schemas.openxmlformats.org/drawingml/2006/main">
            <a:off x="360000" y="6768000"/>
            <a:ext cx="72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MediCare 智慧医疗门诊管理系统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3161b6b59444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e63a748cd9941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8d59b6f4e7c4221" /><Relationship Type="http://schemas.openxmlformats.org/officeDocument/2006/relationships/image" Target="/ppt/media/image.png" Id="Recf9a8326e1b4b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dda398faddb4acd" /><Relationship Type="http://schemas.openxmlformats.org/officeDocument/2006/relationships/image" Target="/ppt/media/image2.png" Id="Rd257fcae19d941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d5a4faedd84534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JavaFX 桌面应用开发与分层架构实战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项目案例：MediCare 智慧医疗门诊管理系统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课程目录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1. 项目概览与技术栈</a:t>
            </a:r>
          </a:p>
          <a:p xmlns:a="http://schemas.openxmlformats.org/drawingml/2006/main">
            <a:r>
              <a:rPr lang="en-US"/>
              <a:t>2. 开发环境与工具链</a:t>
            </a:r>
          </a:p>
          <a:p xmlns:a="http://schemas.openxmlformats.org/drawingml/2006/main">
            <a:r>
              <a:rPr lang="en-US"/>
              <a:t>3. Git 协作规范</a:t>
            </a:r>
          </a:p>
          <a:p xmlns:a="http://schemas.openxmlformats.org/drawingml/2006/main">
            <a:r>
              <a:rPr lang="en-US"/>
              <a:t>4. JavaFX 基础与 SceneBuilder</a:t>
            </a:r>
          </a:p>
          <a:p xmlns:a="http://schemas.openxmlformats.org/drawingml/2006/main">
            <a:r>
              <a:rPr lang="en-US"/>
              <a:t>5. JavaFX 布局详解</a:t>
            </a:r>
          </a:p>
          <a:p xmlns:a="http://schemas.openxmlformats.org/drawingml/2006/main">
            <a:r>
              <a:rPr lang="en-US"/>
              <a:t>6. TableView 与数据绑定</a:t>
            </a:r>
          </a:p>
          <a:p xmlns:a="http://schemas.openxmlformats.org/drawingml/2006/main">
            <a:r>
              <a:rPr lang="en-US"/>
              <a:t>7. 多层架构思想</a:t>
            </a:r>
          </a:p>
          <a:p xmlns:a="http://schemas.openxmlformats.org/drawingml/2006/main">
            <a:r>
              <a:rPr lang="en-US"/>
              <a:t>8. 事务控制与 Service 层</a:t>
            </a:r>
          </a:p>
          <a:p xmlns:a="http://schemas.openxmlformats.org/drawingml/2006/main">
            <a:r>
              <a:rPr lang="en-US"/>
              <a:t>9. 数据访问层深度讲解</a:t>
            </a:r>
          </a:p>
          <a:p xmlns:a="http://schemas.openxmlformats.org/drawingml/2006/main">
            <a:r>
              <a:rPr lang="en-US"/>
              <a:t>10. 后台线程与 UI 更新</a:t>
            </a:r>
          </a:p>
          <a:p xmlns:a="http://schemas.openxmlformats.org/drawingml/2006/main">
            <a:r>
              <a:rPr lang="en-US"/>
              <a:t>11. 分组实战与代码审查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JavaFX 场景图层级</a:t>
            </a:r>
          </a:p>
        </p:txBody>
      </p:sp>
      <p:pic>
        <p:nvPicPr>
          <p:cNvPr id="10000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9a8326e1b4be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24000" y="1152000"/>
            <a:ext cx="11520000" cy="3661450"/>
          </a:xfrm>
          <a:prstGeom xmlns:a="http://schemas.openxmlformats.org/drawingml/2006/main"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四层架构职责边界</a:t>
            </a:r>
          </a:p>
        </p:txBody>
      </p:sp>
      <p:pic>
        <p:nvPicPr>
          <p:cNvPr id="10000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7fcae19d9417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24000" y="1152000"/>
            <a:ext cx="11520000" cy="1945263"/>
          </a:xfrm>
          <a:prstGeom xmlns:a="http://schemas.openxmlformats.org/drawingml/2006/main" prst="rect">
            <a:avLst/>
          </a:prstGeom>
        </p:spPr>
      </p:pic>
    </p:spTree>
  </p:cSld>
</p:sld>
</file>

<file path=ppt/slides/slide5.xml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第 7 章 多层架构思想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从单层代码到企业级分层设计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FFFFFF"/>
      </a:dk1>
      <a:lt1>
        <a:srgbClr val="1A1A2E"/>
      </a:lt1>
      <a:dk2>
        <a:srgbClr val="44546A"/>
      </a:dk2>
      <a:lt2>
        <a:srgbClr val="E7E6E6"/>
      </a:lt2>
      <a:accent1>
        <a:srgbClr val="00A8E8"/>
      </a:accent1>
      <a:accent2>
        <a:srgbClr val="007EA7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OfficeCLI/1.0.111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 MediCare 讲师团</dc:creator>
  <dcterms:created xsi:type="dcterms:W3CDTF">2026-06-13T11:32:44.0000000Z</dcterms:created>
  <lastModifiedBy>OfficeCLI</lastModifiedBy>
  <dcterms:modified xsi:type="dcterms:W3CDTF">2026-06-13T11:42:50.3779700Z</dcterms:modified>
  <dc:title>JavaFX 桌面应用开发与分层架构实战</dc:title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1.0.111</vt:lpwstr>
  </op:property>
  <op:property fmtid="{D5CDD505-2E9C-101B-9397-08002B2CF9AE}" pid="3" name="OfficeCLI.LastModified">
    <vt:lpwstr xmlns:vt="http://schemas.openxmlformats.org/officeDocument/2006/docPropsVTypes">2026-06-13T11:44:54Z</vt:lpwstr>
  </op:property>
</op:Properties>
</file>